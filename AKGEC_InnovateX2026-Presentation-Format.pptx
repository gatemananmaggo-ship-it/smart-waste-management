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AKGEC InnovateX:2026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Ajay Kumar Garg Engineering College - AKGEC | Ghaziab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9977" y="-47625"/>
            <a:ext cx="1352023" cy="1322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Ajay Kumar Garg Engineering College - AKGEC | Ghaziab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9977" y="-47625"/>
            <a:ext cx="1352023" cy="1322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 descr="Ajay Kumar Garg Engineering College - AKGEC | Ghaziab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9977" y="-47625"/>
            <a:ext cx="1352023" cy="1322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Ajay Kumar Garg Engineering College - AKGEC | Ghaziab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9977" y="-47625"/>
            <a:ext cx="1352023" cy="1322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Ajay Kumar Garg Engineering College - AKGEC | Ghaziab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9977" y="-47625"/>
            <a:ext cx="1352023" cy="1322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 descr="Ajay Kumar Garg Engineering College - AKGEC | Ghaziab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9977" y="-47625"/>
            <a:ext cx="1352023" cy="1322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2" descr="Ajay Kumar Garg Engineering College - AKGEC | Ghaziab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9977" y="-47625"/>
            <a:ext cx="1352023" cy="1322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298</Words>
  <Application>Microsoft Office PowerPoint</Application>
  <PresentationFormat>Widescreen</PresentationFormat>
  <Paragraphs>57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AKGEC InnovateX:2026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Administrator</cp:lastModifiedBy>
  <cp:revision>148</cp:revision>
  <dcterms:created xsi:type="dcterms:W3CDTF">2013-12-12T18:46:50Z</dcterms:created>
  <dcterms:modified xsi:type="dcterms:W3CDTF">2026-04-06T08:32:48Z</dcterms:modified>
  <cp:category/>
</cp:coreProperties>
</file>